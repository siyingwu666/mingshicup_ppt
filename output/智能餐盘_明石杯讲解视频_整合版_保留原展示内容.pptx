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fb46a337cc4ddf" /><Relationship Type="http://schemas.openxmlformats.org/officeDocument/2006/relationships/extended-properties" Target="/docProps/app.xml" Id="R0e56aff6f8da4a6c" /><Relationship Type="http://schemas.openxmlformats.org/officeDocument/2006/relationships/officeDocument" Target="/ppt/presentation.xml" Id="Ref9d9cb0e6394b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5c297cbd89470b"/>
  </p:sldMasterIdLst>
  <p:notesMasterIdLst>
    <p:notesMasterId xmlns:r="http://schemas.openxmlformats.org/officeDocument/2006/relationships" r:id="R2e6a87fa0cf44c56"/>
  </p:notesMasterIdLst>
  <p:sldIdLst>
    <p:sldId xmlns:r="http://schemas.openxmlformats.org/officeDocument/2006/relationships" id="256" r:id="R9733cd91f8b545a2"/>
    <p:sldId xmlns:r="http://schemas.openxmlformats.org/officeDocument/2006/relationships" id="257" r:id="R995ca84345bf4e9a"/>
    <p:sldId xmlns:r="http://schemas.openxmlformats.org/officeDocument/2006/relationships" id="258" r:id="Rdf13111a4324441a"/>
    <p:sldId xmlns:r="http://schemas.openxmlformats.org/officeDocument/2006/relationships" id="259" r:id="R7e51cee0cb094dd2"/>
    <p:sldId xmlns:r="http://schemas.openxmlformats.org/officeDocument/2006/relationships" id="260" r:id="Rfc1cb42e37bc4e9b"/>
    <p:sldId xmlns:r="http://schemas.openxmlformats.org/officeDocument/2006/relationships" id="261" r:id="R3c8babd5b61d43c3"/>
    <p:sldId xmlns:r="http://schemas.openxmlformats.org/officeDocument/2006/relationships" id="262" r:id="Rf3a62d279d5c4fe4"/>
    <p:sldId xmlns:r="http://schemas.openxmlformats.org/officeDocument/2006/relationships" id="263" r:id="R263669aef5b3466c"/>
    <p:sldId xmlns:r="http://schemas.openxmlformats.org/officeDocument/2006/relationships" id="264" r:id="Ra24b04ef5da845db"/>
    <p:sldId xmlns:r="http://schemas.openxmlformats.org/officeDocument/2006/relationships" id="265" r:id="Rf8a8f3b93b8146c5"/>
    <p:sldId xmlns:r="http://schemas.openxmlformats.org/officeDocument/2006/relationships" id="266" r:id="Rfe920b1ef97043c5"/>
    <p:sldId xmlns:r="http://schemas.openxmlformats.org/officeDocument/2006/relationships" id="267" r:id="Rc2a572495f0642e8"/>
    <p:sldId xmlns:r="http://schemas.openxmlformats.org/officeDocument/2006/relationships" id="268" r:id="Re44e618b81fe4b9a"/>
    <p:sldId xmlns:r="http://schemas.openxmlformats.org/officeDocument/2006/relationships" id="269" r:id="R4def9a92e4874cf8"/>
    <p:sldId xmlns:r="http://schemas.openxmlformats.org/officeDocument/2006/relationships" id="270" r:id="R7eb4e203408045d2"/>
    <p:sldId xmlns:r="http://schemas.openxmlformats.org/officeDocument/2006/relationships" id="271" r:id="R16ff8f21f2014aba"/>
    <p:sldId xmlns:r="http://schemas.openxmlformats.org/officeDocument/2006/relationships" id="272" r:id="R4a65f89ccb1e4ef2"/>
    <p:sldId xmlns:r="http://schemas.openxmlformats.org/officeDocument/2006/relationships" id="273" r:id="R231b02bb61a14b48"/>
    <p:sldId xmlns:r="http://schemas.openxmlformats.org/officeDocument/2006/relationships" id="274" r:id="R22b08a92e9474c2b"/>
    <p:sldId xmlns:r="http://schemas.openxmlformats.org/officeDocument/2006/relationships" id="275" r:id="R23d0a78ca9e54076"/>
    <p:sldId xmlns:r="http://schemas.openxmlformats.org/officeDocument/2006/relationships" id="276" r:id="Re3d63d308e5e475f"/>
    <p:sldId xmlns:r="http://schemas.openxmlformats.org/officeDocument/2006/relationships" id="277" r:id="R912d215024c5466f"/>
    <p:sldId xmlns:r="http://schemas.openxmlformats.org/officeDocument/2006/relationships" id="278" r:id="Rcd436dc54e6b49c1"/>
    <p:sldId xmlns:r="http://schemas.openxmlformats.org/officeDocument/2006/relationships" id="279" r:id="R2b6dfc15c2e048a7"/>
    <p:sldId xmlns:r="http://schemas.openxmlformats.org/officeDocument/2006/relationships" id="280" r:id="Rf1722a5e37734646"/>
    <p:sldId xmlns:r="http://schemas.openxmlformats.org/officeDocument/2006/relationships" id="281" r:id="R19a36fafdc9a4292"/>
    <p:sldId xmlns:r="http://schemas.openxmlformats.org/officeDocument/2006/relationships" id="282" r:id="Rcde20f477bb54187"/>
    <p:sldId xmlns:r="http://schemas.openxmlformats.org/officeDocument/2006/relationships" id="283" r:id="Rdbba55bbab8744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c297cbd89470b" /><Relationship Type="http://schemas.openxmlformats.org/officeDocument/2006/relationships/theme" Target="/ppt/theme/theme1.xml" Id="R2683c75c741c4677" /><Relationship Type="http://schemas.openxmlformats.org/officeDocument/2006/relationships/notesMaster" Target="/ppt/notesMasters/notesMaster1.xml" Id="R2e6a87fa0cf44c56" /><Relationship Type="http://schemas.openxmlformats.org/officeDocument/2006/relationships/presProps" Target="/ppt/presProps.xml" Id="R6c36f669290f4b80" /><Relationship Type="http://schemas.openxmlformats.org/officeDocument/2006/relationships/viewProps" Target="/ppt/viewProps.xml" Id="R3cd1653a05e0435f" /><Relationship Type="http://schemas.openxmlformats.org/officeDocument/2006/relationships/tableStyles" Target="/ppt/tableStyles.xml" Id="Rec78acac1b064222" /><Relationship Type="http://schemas.openxmlformats.org/officeDocument/2006/relationships/slide" Target="/ppt/slides/slide1.xml" Id="R9733cd91f8b545a2" /><Relationship Type="http://schemas.openxmlformats.org/officeDocument/2006/relationships/slide" Target="/ppt/slides/slide2.xml" Id="R995ca84345bf4e9a" /><Relationship Type="http://schemas.openxmlformats.org/officeDocument/2006/relationships/slide" Target="/ppt/slides/slide3.xml" Id="Rdf13111a4324441a" /><Relationship Type="http://schemas.openxmlformats.org/officeDocument/2006/relationships/slide" Target="/ppt/slides/slide4.xml" Id="R7e51cee0cb094dd2" /><Relationship Type="http://schemas.openxmlformats.org/officeDocument/2006/relationships/slide" Target="/ppt/slides/slide5.xml" Id="Rfc1cb42e37bc4e9b" /><Relationship Type="http://schemas.openxmlformats.org/officeDocument/2006/relationships/slide" Target="/ppt/slides/slide6.xml" Id="R3c8babd5b61d43c3" /><Relationship Type="http://schemas.openxmlformats.org/officeDocument/2006/relationships/slide" Target="/ppt/slides/slide7.xml" Id="Rf3a62d279d5c4fe4" /><Relationship Type="http://schemas.openxmlformats.org/officeDocument/2006/relationships/slide" Target="/ppt/slides/slide8.xml" Id="R263669aef5b3466c" /><Relationship Type="http://schemas.openxmlformats.org/officeDocument/2006/relationships/slide" Target="/ppt/slides/slide9.xml" Id="Ra24b04ef5da845db" /><Relationship Type="http://schemas.openxmlformats.org/officeDocument/2006/relationships/slide" Target="/ppt/slides/slide10.xml" Id="Rf8a8f3b93b8146c5" /><Relationship Type="http://schemas.openxmlformats.org/officeDocument/2006/relationships/slide" Target="/ppt/slides/slide11.xml" Id="Rfe920b1ef97043c5" /><Relationship Type="http://schemas.openxmlformats.org/officeDocument/2006/relationships/slide" Target="/ppt/slides/slide12.xml" Id="Rc2a572495f0642e8" /><Relationship Type="http://schemas.openxmlformats.org/officeDocument/2006/relationships/slide" Target="/ppt/slides/slide13.xml" Id="Re44e618b81fe4b9a" /><Relationship Type="http://schemas.openxmlformats.org/officeDocument/2006/relationships/slide" Target="/ppt/slides/slide14.xml" Id="R4def9a92e4874cf8" /><Relationship Type="http://schemas.openxmlformats.org/officeDocument/2006/relationships/slide" Target="/ppt/slides/slide15.xml" Id="R7eb4e203408045d2" /><Relationship Type="http://schemas.openxmlformats.org/officeDocument/2006/relationships/slide" Target="/ppt/slides/slide16.xml" Id="R16ff8f21f2014aba" /><Relationship Type="http://schemas.openxmlformats.org/officeDocument/2006/relationships/slide" Target="/ppt/slides/slide17.xml" Id="R4a65f89ccb1e4ef2" /><Relationship Type="http://schemas.openxmlformats.org/officeDocument/2006/relationships/slide" Target="/ppt/slides/slide18.xml" Id="R231b02bb61a14b48" /><Relationship Type="http://schemas.openxmlformats.org/officeDocument/2006/relationships/slide" Target="/ppt/slides/slide19.xml" Id="R22b08a92e9474c2b" /><Relationship Type="http://schemas.openxmlformats.org/officeDocument/2006/relationships/slide" Target="/ppt/slides/slide20.xml" Id="R23d0a78ca9e54076" /><Relationship Type="http://schemas.openxmlformats.org/officeDocument/2006/relationships/slide" Target="/ppt/slides/slide21.xml" Id="Re3d63d308e5e475f" /><Relationship Type="http://schemas.openxmlformats.org/officeDocument/2006/relationships/slide" Target="/ppt/slides/slide22.xml" Id="R912d215024c5466f" /><Relationship Type="http://schemas.openxmlformats.org/officeDocument/2006/relationships/slide" Target="/ppt/slides/slide23.xml" Id="Rcd436dc54e6b49c1" /><Relationship Type="http://schemas.openxmlformats.org/officeDocument/2006/relationships/slide" Target="/ppt/slides/slide24.xml" Id="R2b6dfc15c2e048a7" /><Relationship Type="http://schemas.openxmlformats.org/officeDocument/2006/relationships/slide" Target="/ppt/slides/slide25.xml" Id="Rf1722a5e37734646" /><Relationship Type="http://schemas.openxmlformats.org/officeDocument/2006/relationships/slide" Target="/ppt/slides/slide26.xml" Id="R19a36fafdc9a4292" /><Relationship Type="http://schemas.openxmlformats.org/officeDocument/2006/relationships/slide" Target="/ppt/slides/slide27.xml" Id="Rcde20f477bb54187" /><Relationship Type="http://schemas.openxmlformats.org/officeDocument/2006/relationships/slide" Target="/ppt/slides/slide28.xml" Id="Rdbba55bbab8744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76bd22a2f5c43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42247543094888" /><Relationship Type="http://schemas.openxmlformats.org/officeDocument/2006/relationships/notesMaster" Target="/ppt/notesMasters/notesMaster1.xml" Id="R6374741935f4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20193ee1e14c9b" /><Relationship Type="http://schemas.openxmlformats.org/officeDocument/2006/relationships/notesMaster" Target="/ppt/notesMasters/notesMaster1.xml" Id="R0176fe996d0e40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1475768f4d45c7" /><Relationship Type="http://schemas.openxmlformats.org/officeDocument/2006/relationships/notesMaster" Target="/ppt/notesMasters/notesMaster1.xml" Id="R06934c8fa73749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b15168d9914491" /><Relationship Type="http://schemas.openxmlformats.org/officeDocument/2006/relationships/notesMaster" Target="/ppt/notesMasters/notesMaster1.xml" Id="Rd4bb69ca1ddc4d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7f6039f244312" /><Relationship Type="http://schemas.openxmlformats.org/officeDocument/2006/relationships/notesMaster" Target="/ppt/notesMasters/notesMaster1.xml" Id="R921e2945dafe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333e2f57834886" /><Relationship Type="http://schemas.openxmlformats.org/officeDocument/2006/relationships/notesMaster" Target="/ppt/notesMasters/notesMaster1.xml" Id="Raa00a8cec25a45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9a4fb0669f413f" /><Relationship Type="http://schemas.openxmlformats.org/officeDocument/2006/relationships/notesMaster" Target="/ppt/notesMasters/notesMaster1.xml" Id="R174206dfd67448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e3d65eecd24fde" /><Relationship Type="http://schemas.openxmlformats.org/officeDocument/2006/relationships/notesMaster" Target="/ppt/notesMasters/notesMaster1.xml" Id="R2652faf5bfe449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b25360e01c45cf" /><Relationship Type="http://schemas.openxmlformats.org/officeDocument/2006/relationships/notesMaster" Target="/ppt/notesMasters/notesMaster1.xml" Id="R5503ce70321348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4780c7d39e4ef8" /><Relationship Type="http://schemas.openxmlformats.org/officeDocument/2006/relationships/notesMaster" Target="/ppt/notesMasters/notesMaster1.xml" Id="R341e2abcd4864f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bc52fbfbcc4f72" /><Relationship Type="http://schemas.openxmlformats.org/officeDocument/2006/relationships/notesMaster" Target="/ppt/notesMasters/notesMaster1.xml" Id="R69d56890cec242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ed36e61791423f" /><Relationship Type="http://schemas.openxmlformats.org/officeDocument/2006/relationships/notesMaster" Target="/ppt/notesMasters/notesMaster1.xml" Id="R3e9fdc132fbc47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db29d0c94741ec" /><Relationship Type="http://schemas.openxmlformats.org/officeDocument/2006/relationships/notesMaster" Target="/ppt/notesMasters/notesMaster1.xml" Id="R9233163e3cfc48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cebc4403dc44c3" /><Relationship Type="http://schemas.openxmlformats.org/officeDocument/2006/relationships/notesMaster" Target="/ppt/notesMasters/notesMaster1.xml" Id="Rf577e5149de440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0d2ca409ff4377" /><Relationship Type="http://schemas.openxmlformats.org/officeDocument/2006/relationships/notesMaster" Target="/ppt/notesMasters/notesMaster1.xml" Id="R8e0b8ea0646b45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826314294e4c2b" /><Relationship Type="http://schemas.openxmlformats.org/officeDocument/2006/relationships/notesMaster" Target="/ppt/notesMasters/notesMaster1.xml" Id="R06628c7fda0140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f1e764061342d5" /><Relationship Type="http://schemas.openxmlformats.org/officeDocument/2006/relationships/notesMaster" Target="/ppt/notesMasters/notesMaster1.xml" Id="R641ad71b133b4e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b5b7b2068a4840" /><Relationship Type="http://schemas.openxmlformats.org/officeDocument/2006/relationships/notesMaster" Target="/ppt/notesMasters/notesMaster1.xml" Id="Rd883d6ffcf6149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4a47c273714042" /><Relationship Type="http://schemas.openxmlformats.org/officeDocument/2006/relationships/notesMaster" Target="/ppt/notesMasters/notesMaster1.xml" Id="R01e343f5fea04d5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6d4dfefdf34281" /><Relationship Type="http://schemas.openxmlformats.org/officeDocument/2006/relationships/notesMaster" Target="/ppt/notesMasters/notesMaster1.xml" Id="R286d0af91fbf4e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8d4fab68d44c2d" /><Relationship Type="http://schemas.openxmlformats.org/officeDocument/2006/relationships/notesMaster" Target="/ppt/notesMasters/notesMaster1.xml" Id="Rfde880c49b2340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9fd9542a074a09" /><Relationship Type="http://schemas.openxmlformats.org/officeDocument/2006/relationships/notesMaster" Target="/ppt/notesMasters/notesMaster1.xml" Id="R22641e86f1da40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223fac30e940cc" /><Relationship Type="http://schemas.openxmlformats.org/officeDocument/2006/relationships/notesMaster" Target="/ppt/notesMasters/notesMaster1.xml" Id="R926995efcb3b48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3584485bf448d9" /><Relationship Type="http://schemas.openxmlformats.org/officeDocument/2006/relationships/notesMaster" Target="/ppt/notesMasters/notesMaster1.xml" Id="R3b86345df83442e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38d228f8836420b" /><Relationship Type="http://schemas.openxmlformats.org/officeDocument/2006/relationships/notesMaster" Target="/ppt/notesMasters/notesMaster1.xml" Id="Rc6b51cec0c174ed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44481ff99e4bf2" /><Relationship Type="http://schemas.openxmlformats.org/officeDocument/2006/relationships/notesMaster" Target="/ppt/notesMasters/notesMaster1.xml" Id="R9e82c5bc932f422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b1ecc95663742c4" /><Relationship Type="http://schemas.openxmlformats.org/officeDocument/2006/relationships/notesMaster" Target="/ppt/notesMasters/notesMaster1.xml" Id="R2c0bad2d7ddd4a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2ec544d48d4115" /><Relationship Type="http://schemas.openxmlformats.org/officeDocument/2006/relationships/notesMaster" Target="/ppt/notesMasters/notesMaster1.xml" Id="R8479b9f0b47947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33050307b4d7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49a8204597a4a29" /><Relationship Type="http://schemas.openxmlformats.org/officeDocument/2006/relationships/slideLayout" Target="/ppt/slideLayouts/slideLayout2.xml" Id="R843b2caf882942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3b2caf882942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4163f88c124e62" /><Relationship Type="http://schemas.openxmlformats.org/officeDocument/2006/relationships/notesSlide" Target="/ppt/notesSlides/notesSlide1.xml" Id="Rc6ae7f1dc3b5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1864627ae74c16" /><Relationship Type="http://schemas.openxmlformats.org/officeDocument/2006/relationships/notesSlide" Target="/ppt/notesSlides/notesSlide2.xml" Id="R4327851d8b2649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870c2e596043ca" /><Relationship Type="http://schemas.openxmlformats.org/officeDocument/2006/relationships/notesSlide" Target="/ppt/notesSlides/notesSlide3.xml" Id="Rd5d3dd41bf9647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83122bb8cb462a" /><Relationship Type="http://schemas.openxmlformats.org/officeDocument/2006/relationships/notesSlide" Target="/ppt/notesSlides/notesSlide4.xml" Id="R2d14922671b943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ae3af9804b456b" /><Relationship Type="http://schemas.openxmlformats.org/officeDocument/2006/relationships/image" Target="/ppt/media/image.png" Id="R929aa03a3dee4f8e" /><Relationship Type="http://schemas.openxmlformats.org/officeDocument/2006/relationships/notesSlide" Target="/ppt/notesSlides/notesSlide5.xml" Id="R23d5272258f64e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8b1939368a4387" /><Relationship Type="http://schemas.openxmlformats.org/officeDocument/2006/relationships/image" Target="/ppt/media/image2.png" Id="Re662146fd5404020" /><Relationship Type="http://schemas.openxmlformats.org/officeDocument/2006/relationships/notesSlide" Target="/ppt/notesSlides/notesSlide6.xml" Id="R4457395a025546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f8b467a7634b6a" /><Relationship Type="http://schemas.openxmlformats.org/officeDocument/2006/relationships/image" Target="/ppt/media/image3.png" Id="Rd393be938bd54df1" /><Relationship Type="http://schemas.openxmlformats.org/officeDocument/2006/relationships/notesSlide" Target="/ppt/notesSlides/notesSlide7.xml" Id="Rb2f28b5cecaa4b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ac8d9cfc44a47" /><Relationship Type="http://schemas.openxmlformats.org/officeDocument/2006/relationships/image" Target="/ppt/media/image4.png" Id="R51cb312f8db0415d" /><Relationship Type="http://schemas.openxmlformats.org/officeDocument/2006/relationships/notesSlide" Target="/ppt/notesSlides/notesSlide8.xml" Id="Rcade657c132c4c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7fb32933a74340" /><Relationship Type="http://schemas.openxmlformats.org/officeDocument/2006/relationships/image" Target="/ppt/media/image5.png" Id="R98f7c6b3c3e64ceb" /><Relationship Type="http://schemas.openxmlformats.org/officeDocument/2006/relationships/notesSlide" Target="/ppt/notesSlides/notesSlide9.xml" Id="Rfb5e678c3afa4c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75ce756ea4d42" /><Relationship Type="http://schemas.openxmlformats.org/officeDocument/2006/relationships/image" Target="/ppt/media/image6.png" Id="R5e4b3a2f398f4c5f" /><Relationship Type="http://schemas.openxmlformats.org/officeDocument/2006/relationships/notesSlide" Target="/ppt/notesSlides/notesSlide10.xml" Id="R6471d699288f44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d29dd04a05421d" /><Relationship Type="http://schemas.openxmlformats.org/officeDocument/2006/relationships/notesSlide" Target="/ppt/notesSlides/notesSlide11.xml" Id="R327a3a3447b047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733f1fc4da4315" /><Relationship Type="http://schemas.openxmlformats.org/officeDocument/2006/relationships/image" Target="/ppt/media/image7.png" Id="Rdf3889374378423d" /><Relationship Type="http://schemas.openxmlformats.org/officeDocument/2006/relationships/notesSlide" Target="/ppt/notesSlides/notesSlide12.xml" Id="R9906a6bf08024b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47222ba813480a" /><Relationship Type="http://schemas.openxmlformats.org/officeDocument/2006/relationships/image" Target="/ppt/media/image8.png" Id="Rfedaf58142cd4dec" /><Relationship Type="http://schemas.openxmlformats.org/officeDocument/2006/relationships/notesSlide" Target="/ppt/notesSlides/notesSlide13.xml" Id="Ra9d1fad131a841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eb05bb0541494a" /><Relationship Type="http://schemas.openxmlformats.org/officeDocument/2006/relationships/image" Target="/ppt/media/image9.png" Id="R9283f37fc3d0432c" /><Relationship Type="http://schemas.openxmlformats.org/officeDocument/2006/relationships/notesSlide" Target="/ppt/notesSlides/notesSlide14.xml" Id="R9f11cb132b5d41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09a5d727e46c3" /><Relationship Type="http://schemas.openxmlformats.org/officeDocument/2006/relationships/image" Target="/ppt/media/image10.png" Id="Rf1bdbdd884534aac" /><Relationship Type="http://schemas.openxmlformats.org/officeDocument/2006/relationships/notesSlide" Target="/ppt/notesSlides/notesSlide15.xml" Id="Rac620520af684b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b25da1d2d84a7d" /><Relationship Type="http://schemas.openxmlformats.org/officeDocument/2006/relationships/image" Target="/ppt/media/image11.png" Id="R5fd19b26372f47d5" /><Relationship Type="http://schemas.openxmlformats.org/officeDocument/2006/relationships/notesSlide" Target="/ppt/notesSlides/notesSlide16.xml" Id="Rb349b6e94f5249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ef35efb32440cf" /><Relationship Type="http://schemas.openxmlformats.org/officeDocument/2006/relationships/notesSlide" Target="/ppt/notesSlides/notesSlide17.xml" Id="R402365ffda1b40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c84d72cb6740ee" /><Relationship Type="http://schemas.openxmlformats.org/officeDocument/2006/relationships/image" Target="/ppt/media/image12.png" Id="Ra70ffa23c0b9480f" /><Relationship Type="http://schemas.openxmlformats.org/officeDocument/2006/relationships/notesSlide" Target="/ppt/notesSlides/notesSlide18.xml" Id="Rccd5b5f89cee4c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06a7289f194f7c" /><Relationship Type="http://schemas.openxmlformats.org/officeDocument/2006/relationships/image" Target="/ppt/media/image13.png" Id="Ra04a7f751b114fa4" /><Relationship Type="http://schemas.openxmlformats.org/officeDocument/2006/relationships/notesSlide" Target="/ppt/notesSlides/notesSlide19.xml" Id="R45df1de947134d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6f72c98a643e6" /><Relationship Type="http://schemas.openxmlformats.org/officeDocument/2006/relationships/image" Target="/ppt/media/image14.png" Id="Rde6dfac6ad664213" /><Relationship Type="http://schemas.openxmlformats.org/officeDocument/2006/relationships/notesSlide" Target="/ppt/notesSlides/notesSlide20.xml" Id="R15ac8c00ad394a7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14ddb4bb14aba" /><Relationship Type="http://schemas.openxmlformats.org/officeDocument/2006/relationships/image" Target="/ppt/media/image15.png" Id="R4d5c5950725e46ca" /><Relationship Type="http://schemas.openxmlformats.org/officeDocument/2006/relationships/notesSlide" Target="/ppt/notesSlides/notesSlide21.xml" Id="Rac18a42bbf0244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82a28193fd493a" /><Relationship Type="http://schemas.openxmlformats.org/officeDocument/2006/relationships/image" Target="/ppt/media/image16.png" Id="Rb7024b173d644858" /><Relationship Type="http://schemas.openxmlformats.org/officeDocument/2006/relationships/notesSlide" Target="/ppt/notesSlides/notesSlide22.xml" Id="Rc20dfece624b476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17bda3374a4ece" /><Relationship Type="http://schemas.openxmlformats.org/officeDocument/2006/relationships/image" Target="/ppt/media/image17.png" Id="R5b884bd62ece4dc6" /><Relationship Type="http://schemas.openxmlformats.org/officeDocument/2006/relationships/notesSlide" Target="/ppt/notesSlides/notesSlide23.xml" Id="R204427a593b240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fcf6fc3a664da3" /><Relationship Type="http://schemas.openxmlformats.org/officeDocument/2006/relationships/image" Target="/ppt/media/image18.png" Id="Rd9d6e63e6efa46a8" /><Relationship Type="http://schemas.openxmlformats.org/officeDocument/2006/relationships/image" Target="/ppt/media/image19.png" Id="R550f6d4d4b224387" /><Relationship Type="http://schemas.openxmlformats.org/officeDocument/2006/relationships/notesSlide" Target="/ppt/notesSlides/notesSlide24.xml" Id="R2cdd496ac8ac41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1d0b773dd4de9" /><Relationship Type="http://schemas.openxmlformats.org/officeDocument/2006/relationships/image" Target="/ppt/media/image20.png" Id="R22f1a4c716724b91" /><Relationship Type="http://schemas.openxmlformats.org/officeDocument/2006/relationships/notesSlide" Target="/ppt/notesSlides/notesSlide25.xml" Id="R3d6eeec497e44a7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29177adb3400f" /><Relationship Type="http://schemas.openxmlformats.org/officeDocument/2006/relationships/notesSlide" Target="/ppt/notesSlides/notesSlide26.xml" Id="R530011f535e740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5e33b8ede4654" /><Relationship Type="http://schemas.openxmlformats.org/officeDocument/2006/relationships/notesSlide" Target="/ppt/notesSlides/notesSlide27.xml" Id="R8ee193d2c209461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82cc9de3c9420e" /><Relationship Type="http://schemas.openxmlformats.org/officeDocument/2006/relationships/notesSlide" Target="/ppt/notesSlides/notesSlide28.xml" Id="Rec24626997874c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AC137-4A39-488A-8FE5-6F92E50D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711B0-7EC2-49BD-AAD9-0E0BD2C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BFD46-7DB2-4C6B-ADB3-2FBE3FA7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014C2-4F4E-47BF-9DA3-FE0213B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智能餐盘系统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000E8-D276-48A1-B8AB-12C29AD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rPr>
              <a:t>明石杯智能应用类比赛讲解视频PPT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D5122-15AB-4439-8498-3766C2DD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B8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AC4E6-7669-4C6B-B769-322EDD6B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89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保留型整合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27085-5661-451A-9F69-DE5D7833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135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AD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82300-81F1-45EE-9069-99D56F6B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289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rPr>
              <a:t>统一风格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A2039-A683-4064-88C4-046B34F6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8135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B8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94B10-53B1-44EC-A6D5-E07E518D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289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模块展示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81C02-3989-4F29-BB1E-1377B37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8135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AD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1839F-1299-4D8E-92D8-5248C7E0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289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rPr>
              <a:t>视频讲解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542CD-B9FE-4638-99B8-D3B2355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3F5D"/>
          </a:solidFill>
          <a:ln xmlns:a="http://schemas.openxmlformats.org/drawingml/2006/main" w="11430">
            <a:solidFill>
              <a:srgbClr val="2A66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057EA-F248-4CCD-AE64-E5344002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1933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机械结构设计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418F6-9D09-4DFF-92B2-C0D92577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3F5D"/>
          </a:solidFill>
          <a:ln xmlns:a="http://schemas.openxmlformats.org/drawingml/2006/main" w="11430">
            <a:solidFill>
              <a:srgbClr val="2A66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F5905-FC6E-4565-B3B6-C1A05573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905250"/>
            <a:ext cx="1933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视觉识别与联网上传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21B7B-F620-4975-921A-2D05C105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3F5D"/>
          </a:solidFill>
          <a:ln xmlns:a="http://schemas.openxmlformats.org/drawingml/2006/main" w="11430">
            <a:solidFill>
              <a:srgbClr val="2A66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67060-1D6C-4718-BE53-57B466D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29200"/>
            <a:ext cx="1933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温度与重量传感器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5820A-7BCD-4C3A-B028-42F04526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38700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3F5D"/>
          </a:solidFill>
          <a:ln xmlns:a="http://schemas.openxmlformats.org/drawingml/2006/main" w="11430">
            <a:solidFill>
              <a:srgbClr val="2A66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E450F-4654-4BF2-ABAC-55A30E11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29200"/>
            <a:ext cx="1933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实物功能性展示</a:t>
            </a:r>
          </a:p>
        </p:txBody>
      </p:sp>
    </p:spTree>
    <p:extLst>
      <p:ext uri="{BB962C8B-B14F-4D97-AF65-F5344CB8AC3E}">
        <p14:creationId xmlns:p14="http://schemas.microsoft.com/office/powerpoint/2010/main" val="7937252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FFE97D-8D4E-48D0-8DA1-1689A1B3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00F8E-61D6-4494-9ECD-B5FBB69B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20314-E5AB-49AD-8C2B-1EE0A0F9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CC9B7-3FF0-402B-9174-61111CE4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00 / 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77856-DE75-4E27-BECE-5F28BE59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37924-10C9-4658-8A43-11253D87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讲解结构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E2C50-1F69-4F46-8C26-64009581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整体结构统一，章节内容保留原负责人展示逻辑。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D9227-6B0E-4293-A214-C00D534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76B8D-340B-4680-99E6-AD44F960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B444B-B113-4643-82FC-C7DFFDFD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9C00C-D8D3-41DB-BB8F-B88FA588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098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机械结构设计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047CD-CFFC-4474-8DAF-3C38EF26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7177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以原机械PPT 6页为主，保留结构总览、称重路径与摄像头支架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1AE57-CD1C-469A-8098-46409EA1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AE1ED-7794-462E-9962-80CACDFC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2C8BA-1327-48E8-B18D-D508653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51E5D-A92E-4B06-B19D-2DB2903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98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视觉识别与联网上传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3410F-8588-4162-AD42-6A74E10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7177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以原视觉PPT 5页为主，保留平台、模型、Demo、看板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CD404-BD88-4BF5-82D4-09A5569F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02284-5FFE-4A1A-B650-64049F16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481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C02E41-9A9C-45A2-AAC0-BDAB9A6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E68FE-1A7F-43E4-AEBD-7E9E15FA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290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温度与重量传感器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DF50B-2F2D-4EB6-85CB-D043CFF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9102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以原电控PPT核心页为主，保留技术路线与创新点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94DE4-7090-459F-B1F4-419E040A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62375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D0AC1-955C-4005-9D2A-32FF28D7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E1CB0-00E6-4964-8BCC-6DB28A8B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35327-E2CD-4EBB-B3D9-2B07621B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290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实物功能性展示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98D2F-7CC2-48E1-9286-9E1A487B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9102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保留称重、测温、识别、联网展示四个演示占位</a:t>
            </a:r>
          </a:p>
        </p:txBody>
      </p:sp>
    </p:spTree>
    <p:extLst>
      <p:ext uri="{BB962C8B-B14F-4D97-AF65-F5344CB8AC3E}">
        <p14:creationId xmlns:p14="http://schemas.microsoft.com/office/powerpoint/2010/main" val="20707894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F12EF-CA71-4662-9F64-50464A43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B35A4-1015-4EBE-B3C3-162B8D98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07978-B6AB-4D8B-A555-8B77E8F4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1AA7F-3027-4B66-84D4-3D5FEA58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00 / 总览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20FED-AF76-4AE0-9464-3DAC1B7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62096-C909-40C6-8EE6-81A6AA6D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系统把餐盘变成用餐数据采集入口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6FF5B-B480-4300-B71E-644152C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机械结构提供稳定载体，传感器采集重量与温度，AI识别菜品，联网模块沉淀饮食记录。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37694-D445-4B3E-8C26-53543F59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153C0-48B6-41D9-8AD4-5A16B52E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机械结构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12E94-2732-4C42-BFD3-B3902359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1344A-E515-473F-ACA2-4E1A5C26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62350"/>
            <a:ext cx="123825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9106C-2AF5-4771-AC30-52F5F95E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稳定承载与分区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607E2-E95E-4CFD-AE1A-57978B63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19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6BD89-9F79-49BD-BF7E-417B2A36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传感采集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67415-66EB-44F0-A024-365CC6AC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195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D0199-00AF-42B4-9B21-86BD12FC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123825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8BCE9-2A64-4612-8640-2F111A92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67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重量/温度证据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FBA0F-CCA4-4DD9-AC9A-C34B699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F5A5B-53FD-4CCF-8099-ECE44658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AI识别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AD14E-FE88-4CE3-8B0A-69BB5D41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1B344-349B-4AF6-A4D5-4DA8A15D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62350"/>
            <a:ext cx="123825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8E5D9-9776-45AB-BC51-51A717BB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67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菜品类别/位置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4DCFE-ECDC-431B-B004-2EDB85EE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19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89492-4325-4D79-95A6-CA0D8F2C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联网上传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4CBBCA-07A9-44A4-A669-13FC63F2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67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记录与展示</a:t>
            </a:r>
          </a:p>
        </p:txBody>
      </p:sp>
    </p:spTree>
    <p:extLst>
      <p:ext uri="{BB962C8B-B14F-4D97-AF65-F5344CB8AC3E}">
        <p14:creationId xmlns:p14="http://schemas.microsoft.com/office/powerpoint/2010/main" val="19639721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BA2DC-16E6-4323-8FF1-14698A3F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F40D3-73C2-4C09-A050-EE1FFCDC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856EB-FF04-4282-A511-76E9F63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1E8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FD548-D4E7-4287-B361-1CE8BD8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章节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70744-53E1-4BF3-9F36-EDB83F43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3943A-ACF8-4C96-8DFC-5EFB1283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B2736-D0ED-4C26-832D-37A0E5A0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1E8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D940A-82F9-4CAA-BA13-AF7C12ED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62125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机械结构设计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D838E-524E-4B7A-942C-AA5A46D0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rPr>
              <a:t>机械结构不是外壳，而是传感器和AI识别的稳定载体。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2640A-3A2F-4E6E-B0CE-5F218284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8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C7B8C-E2FE-4DBC-B948-C2DA6A7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rPr>
              <a:t>多层结构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E1E51-3233-4FF9-827A-4BED040F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8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2E5A2-827C-448C-BF7D-49360608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rPr>
              <a:t>滑槽安装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F4EC1-EA14-4EE4-8A6E-2EAD03B2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8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61226-CA44-46AC-A0B7-88218021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rPr>
              <a:t>精准称重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33862-4881-457A-AC58-BDA3C444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88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2D7FB-A0C0-4E9D-9380-9CEA0954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rPr>
              <a:t>功能集成</a:t>
            </a:r>
          </a:p>
        </p:txBody>
      </p:sp>
    </p:spTree>
    <p:extLst>
      <p:ext uri="{BB962C8B-B14F-4D97-AF65-F5344CB8AC3E}">
        <p14:creationId xmlns:p14="http://schemas.microsoft.com/office/powerpoint/2010/main" val="8064697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90D442-6E5F-40D6-B2EE-63DF5F0F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31233-54F4-4B37-B577-908518A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E13F3-2FEC-414F-B0A3-A45EA154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1E8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F4625-6145-44AE-B8C8-D2DA5DB0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01 / 机械结构设计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D8E15-DC1A-47DA-9672-D0720471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BBA96-5837-4291-A112-09298F7F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机械结构设计总览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0A4EB-A812-443F-A19A-787307FA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保留原负责人开场页：系统定位与机械部分关键词。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F2585-DAB5-46F1-8E00-0637FBCA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aa03a3dee4f8e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545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A86B72-BE1B-4C61-85C9-999C0653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FBA0E-00A0-4AC7-80FB-0078FC38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E3E34-7050-492B-AB43-A07925E6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1E8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EA902-19E3-432F-9478-3AA2419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01 / 机械结构设计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DE308-E9DC-4BD7-8DCD-FA069E42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68641-96B7-4367-B05A-77015280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总体结构：分层装配，功能解耦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EDAFA-74FA-41AA-BF0D-6E4F381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保留多层结构、餐格层、传感层和支撑层的展示关系。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F2DE7-03FD-4E1E-84E3-9AF5192E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2146fd5404020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248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72CFC2-CEFC-416B-AB18-3C607B28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382DA-256F-469F-9B79-37C19722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18EE8-D613-461F-B9A5-195DA7B7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1E8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7ACCF-11FA-4722-B46E-6A35526B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01 / 机械结构设计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34912-B8FD-4283-8C59-CB3E7DD4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85A26-3755-4C9D-B2D2-329901A7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餐盘结构亮点：稳定、防护、可维护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68381-25FB-4FB4-AB1B-E2BCFA62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保留滑槽安装、防水密封和维护性说明。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77C52-A4E6-4D36-83E6-A44578E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3be938bd54df1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479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8BCDD-16F2-495A-AA07-5ECFE614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5C41D-5C7A-4A77-AF5D-626CFE5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2C0C1-3FC6-4054-B92A-8EDE9B01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1E8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6B6E2-B28F-41F9-ABE2-0B46A676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01 / 机械结构设计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F6463-0679-48B1-B16D-A1F8F403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0A418-F242-44BF-90CB-E18A1BD2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精准称重：结构决定数据可信度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463B4-28FC-480E-8487-59F71490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保留“餐格 → 垫块 → 应变式传感器 → 支撑层”的受力路径。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457FD-27CA-4246-AC71-53AC9208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b312f8db0415d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120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2F3C47-1549-4606-A85A-8D557C4A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111F8-AD93-4E68-BB03-0B115A41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0993E-79C5-4A0D-B8B0-BAD15DC2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1E8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AE0CC-3354-48DD-BAB8-16E6735B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01 / 机械结构设计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F7ED0-EEBB-4CBE-96D6-37F367C2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409A6-5458-4A83-B599-521701E1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摄像头支架：固定视角，服务视觉识别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EDCC5-19CF-4735-BC80-177E69A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保留摄像头固定视角与视觉识别支撑逻辑。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7A97C-B246-4247-B988-B11851DC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7c6b3c3e64ceb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F59C7-8894-4490-AA0F-6897568B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7D84A-252B-49A6-B90A-78357732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25D83-3126-481B-822E-129B8F8A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1E8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4FEE5-35E1-4EB7-A1CC-8A8B0755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01 / 机械结构设计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F949B-5B26-47C5-B1A3-5E36CDC8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12490-0491-4A81-989B-6E09DBB1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功能集成：让餐盘成为数据采集入口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4AA6F-6A0C-4E2C-ACAA-A5A897C6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保留机械结构与称重、温度、视觉、数据展示的集成关系。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DE2F8-AF76-4A00-9D0A-528C5C9C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b3a2f398f4c5f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076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5C891B-7803-40A2-ABAA-67548C1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484AF-AC24-4935-B1D9-2FA006F6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54EA6-908F-4091-B979-0E4E800C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2EAD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68535-58AE-4791-BF4C-72D8397F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章节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A649F-C036-41FB-BFE7-7B35E5D2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43E59-8899-47B7-BDB9-E075AF74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35E37-6275-4767-9FC8-CA1F20C7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2EAD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1CC9C-D351-432D-AF65-FD588A10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62125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视觉识别与联网上传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11DA1-39AA-4B1C-91F9-860559E3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rPr>
              <a:t>让餐盘看懂食物，让饮食数据自动记录。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B95A7-E106-4AFC-BDDF-66F06AD4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AD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C887F-337A-4F4A-889A-8CC2AD4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rPr>
              <a:t>摄像头采集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1CA2B-B699-491F-A7A1-E16497C2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AD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FFF86-3D15-4AA5-BFFF-D517424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rPr>
              <a:t>端侧识别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41E98-C31D-40D5-A419-BCFCF70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AD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C2A3E-AD3B-4F74-AC9F-CFF598A2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rPr>
              <a:t>识别Demo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7B923-EDC1-47B0-B278-2CEB52C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AD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E68C5-AED0-40C3-AB49-E17412B6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AD6B"/>
                </a:solidFill>
                <a:latin typeface="Microsoft YaHei"/>
                <a:ea typeface="Microsoft YaHei"/>
                <a:cs typeface="Microsoft YaHei"/>
              </a:rPr>
              <a:t>联网展示</a:t>
            </a:r>
          </a:p>
        </p:txBody>
      </p:sp>
    </p:spTree>
    <p:extLst>
      <p:ext uri="{BB962C8B-B14F-4D97-AF65-F5344CB8AC3E}">
        <p14:creationId xmlns:p14="http://schemas.microsoft.com/office/powerpoint/2010/main" val="14945764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B8D7A-FAFD-4D10-95E3-FF0501C6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CA20B-995A-4D46-88F5-0D4A1532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C789C-AA2E-4C84-81AA-40D89659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2EAD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68685-510A-4EF0-97FC-B2818A40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02 / 视觉识别与联网上传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5E90A-30D6-4D85-9087-964AFDF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28027-143F-4FB7-B408-4F7C6BC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视觉识别与联网展示模块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8C354-036A-4137-8209-E2B936E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保留摄像头采集、端侧识别、联网展示的原始模块叙事。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81456-0171-4F6E-834C-EA620274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889374378423d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986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45869-2D31-47BD-9CCC-CD8B56FD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68ADF-44D4-47FA-A808-00C499FB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013D8-5260-4B45-9393-1A89E96E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2EAD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4E30F-025F-4B76-A907-40DF1CAC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02 / 视觉识别与联网上传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2D6FE-2924-4568-8FBB-9A88A21E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F2429-5191-4068-A4EE-BADCEEC8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Titan Board 边缘AI平台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D0B38-1BE4-4677-A5EE-80D6BC7E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 M85 / NPU / CEU / LCD 四个硬件标签与平台展示。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93C2F-5F7A-47CD-9CB4-902C29F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af58142cd4dec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435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315A64-831E-4EF2-B119-18D0EEBF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4B9EF-2FEE-4D94-9641-648B0C2C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5EBB0-C052-45DD-A76F-39490E8B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2EAD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AA108-E967-4DC6-A2A3-886713CE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02 / 视觉识别与联网上传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C3625-6F4E-4FEB-A884-3F687A5C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88B5A-EC99-48EE-87FE-0EF768B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轻量化模型：从能识别到能部署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68FDE-746F-4731-BCD8-0AC10A02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 YOLOv8n → YOLO-Fastest → 参数修改 / 数据集增强 / 端侧部署方案。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AAA22-375C-4D95-8FCC-C791138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3f37fc3d0432c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4991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BD062-5C1F-48F9-AD84-6FD91EFA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DE548-7A4A-4311-99E0-A07AE40E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48E51-4E43-4614-B079-C59E05F4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2EAD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04160-0C7C-46FE-8D5E-BD8977C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02 / 视觉识别与联网上传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C9BC-E51E-4733-8DD1-BBE0CEF3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ED587-E0D3-4073-BF5E-6E238C63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30+ 菜品覆盖与识别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A63F9-225A-405F-BBD8-EEFD0432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保留类别覆盖、检测结果列表、PC端验证效果与LCD实机显示。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80D30-C0C1-4D43-AE2F-470F886E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dbdd884534aac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7260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F91C2-4F22-46EC-ADC3-932BABB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C96D5-DC81-4D0D-8D45-01565309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A8A5A-A1F9-4FE7-8C83-BB596DD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B"/>
          </a:solidFill>
          <a:ln xmlns:a="http://schemas.openxmlformats.org/drawingml/2006/main" w="0">
            <a:solidFill>
              <a:srgbClr val="2EAD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C3A36-4A65-4164-BFF2-9034BC96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02 / 视觉识别与联网上传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CAD99-FBC7-420E-9B27-A750C51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36ABC-91FB-4065-BD69-82497C28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联网上传与饮食数据看板原型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D9B35-56CE-41DB-81CA-67CEA738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保留饮食数据看板原型表格与联网展示占位。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09AB8-D949-42AF-9B59-92CB22B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19b26372f47d5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826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237BE-9B43-4B2D-AAEF-2960B4E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5B552-9364-4BCD-94CF-738F081C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8C2F6-C9AD-44C8-A3DC-75CB82DB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6E70F-5AF5-4C3A-A9E1-C9C3071F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章节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430D9-A9AA-4A8A-BA99-C14B1D41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FE4B3-FE86-4641-8FF9-B6C4F4BF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EE5FC-5F12-4AAF-BA82-EE7139BF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AA765-3175-43F1-8FF1-117465E9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62125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温度与重量传感器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F9E8F-FDCD-4477-8D58-F951E94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rPr>
              <a:t>从外购模块验证走向自制柔性多模态传感器。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D3BF9-90F8-4982-AA48-2EC3D83A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F6933-0095-42F5-9EDC-E483F022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PI柔性基底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D7975-FBB9-4D87-9720-6A702EC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ECD20-8F08-41E8-BCD0-5FAFEBC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Cu/CuNi热电偶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5A313-5995-4B78-BD34-FB326DB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B9BD4-C803-4DD7-8346-6E593D39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Pt薄膜应变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8B5D5-EBB5-4EE6-A578-FFC5462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723BF-2BC1-47E8-A9ED-496FCB2E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RA6M5边缘采集</a:t>
            </a:r>
          </a:p>
        </p:txBody>
      </p:sp>
    </p:spTree>
    <p:extLst>
      <p:ext uri="{BB962C8B-B14F-4D97-AF65-F5344CB8AC3E}">
        <p14:creationId xmlns:p14="http://schemas.microsoft.com/office/powerpoint/2010/main" val="20056601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0F617-0935-404C-9BF5-B87707D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231DC-DE5B-43A3-B8DF-DAEF366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09FA3-24E7-473E-83DD-816AA24F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023F0-D8F0-47D2-A407-BC4BB3FB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03 / 温度与重量传感器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3DC53-85E7-491C-8DBE-2F0F2BA4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A8CEA-21CD-4784-BBA7-01836A08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传统结算缺少“吃了多少”和“温度是否安全”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9803B-F2B0-4DAF-A480-FE29A143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保留原电控PPT的问题定义页，说明传感器为什么是核心。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995C6-F0AD-4AF3-943A-BFEE0AD5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ffa23c0b9480f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020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D7E8A-8488-484C-BBC2-CDB1B5F3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2C575-5EDC-4356-83E1-C3E5729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62C71-3704-43A5-9C63-75F24E2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A68EA-AAFC-4030-9AB1-6DC42D0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03 / 温度与重量传感器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E5C38-B688-44EE-A87C-2175C5C2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921C7-36F3-40BB-8E09-11061E7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从第一代外购模块验证到第二代自制柔性路线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CEB5A-49B2-40ED-A5FF-297627D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 PT100 / HX711 验证价值与工程问题，承接路线升级。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BBA7A-FEBE-4845-8236-8CFBCCE7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a7f751b114fa4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788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13F44-D9CB-40EE-942D-6688B1EF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AD46F-831C-4538-9A1F-88D8448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3B714-B15A-4CFC-A1F4-0D983586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2EDE7-6ADD-42D2-8F5A-B1E933EF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03 / 温度与重量传感器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98B70-EA5D-4FB5-8BF1-3A8CCB5D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B848E-3EE3-4D34-9158-8A69B648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第二代柔性温度/重量传感器集成到柔性功能层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45F72-B240-4625-A84C-90F9B92E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 PI柔性基底、Cu/CuNi薄膜热电偶、Pt薄膜应变单元。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34FC6-4DEF-495C-9695-6FE79C88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dfac6ad664213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6962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F1D285-35FE-45C7-BBDE-3A447D62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C5796-3476-41E3-A565-81500DF8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B21F4-C9A7-4EA2-B1DF-40CEA3E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16025-ABA8-4532-B3C2-90D44D87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03 / 温度与重量传感器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ED8BD-0D61-4771-BB3A-DD5C9E7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DEF9A-AB72-457F-A882-3294731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自制温度传感器：多点部署、低热惯量、温区判断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6BD93-1E51-4C66-A23A-588C245B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保留温度传感器原图、低噪声读取和温区判断说明。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F7418-E659-40CE-AF29-C9825268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c5950725e46ca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94830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2AE70-AD44-40CE-8A89-B808B72A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EB3BB-A886-4652-ABD7-3E3FAE37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CFD1F-769C-4616-957A-0A7008E5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C40B3-AFE5-41E3-8C4F-60AC6D3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03 / 温度与重量传感器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C2CB9-81B4-43D1-A616-625DA3CB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696E6-D909-43DA-A5E8-99DF4461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自制重量/应变单元：多点补偿、偏心误差优化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0EB47-A32A-4BF7-8BC2-38EFA33A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保留偏心误差补偿、多点Pt薄膜应变和桥式读出逻辑。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F566A-8DD7-40A9-A6B7-BB9E34E2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24b173d644858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4516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898C4-0660-41B4-9D14-1552F73B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0A533-1E2E-4548-92D2-E200AF05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F2D32-4D85-4BD6-B2A4-02247DE1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70FAB-B956-40E0-A929-8FB2CA0F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03 / 温度与重量传感器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2538B-866E-46C3-9F74-C828CCF0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095E9-8B50-428A-B1CA-5B30AE54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低噪声采集链路：AFE + RA6M5 + 滤波/标定/打包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18089-CFB6-4C0D-A6D1-B74E7753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保留低噪声AFE、RA6M5边缘采集和传感数据链路。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CCF90-8C32-47FE-A0DC-480A8251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84bd62ece4dc6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2296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8CE47-F09E-4463-B9EA-B146E8D0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F5E18-EC7D-404B-AD93-4C660923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B823C-F0F3-4B1B-81DA-E81A487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F55B2-141A-43FD-A456-B97546B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03 / 温度与重量传感器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9098B-9697-4A24-B2E8-57DA3CA2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83ACF-FD69-404F-93F9-1BCDDBAE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四层PCB与算法层把读数变成可信用餐事件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9014D-BCC2-46D5-900A-6FD65840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合并保留四层PCB、传感接口、电源隔离、去皮、滤波、温度补偿和进食状态机。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DC25E-F9D1-4AED-90C3-87A50548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334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6e63e6efa46a8"/>
          <a:stretch xmlns:a="http://schemas.openxmlformats.org/drawingml/2006/main"/>
        </p:blipFill>
        <p:spPr>
          <a:xfrm xmlns:a="http://schemas.openxmlformats.org/drawingml/2006/main">
            <a:off x="685800" y="2506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86E11-D041-4A38-8776-873431A0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334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f6d4d4b224387"/>
          <a:stretch xmlns:a="http://schemas.openxmlformats.org/drawingml/2006/main"/>
        </p:blipFill>
        <p:spPr>
          <a:xfrm xmlns:a="http://schemas.openxmlformats.org/drawingml/2006/main">
            <a:off x="6362700" y="2506266"/>
            <a:ext cx="5143500" cy="2893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810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3C9EEE-F81F-4963-9DBF-400C0AE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503B0-35EC-438C-9E57-EF57F4F3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EC72D-B58D-4833-B557-11549FFA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91E5E-7F49-43B7-AB71-2BFC86A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03 / 温度与重量传感器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B5C57-94AC-4AE1-9633-99EF02E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D905C-FDEF-48D7-A353-C60199F9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创新点总结：自制传感器 + 低噪声采集 + 云端闭环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19932-DE76-4D22-90AE-4AA6BA15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保留自制柔性传感器、四层PCB、边缘算法与云端闭环的系统化创新叙事。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76560-1DB5-410C-8B1E-5167AA07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1a4c716724b91"/>
          <a:stretch xmlns:a="http://schemas.openxmlformats.org/drawingml/2006/main"/>
        </p:blipFill>
        <p:spPr>
          <a:xfrm xmlns:a="http://schemas.openxmlformats.org/drawingml/2006/main">
            <a:off x="2032000" y="1857375"/>
            <a:ext cx="8128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1614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17DB1-56DE-40B6-9F78-138877AA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885D8-68C3-4EEB-8473-4233B29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5EDC3-4EE4-4338-A756-C978B9C0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855F9-1339-4587-A39D-5F19FB47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章节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8F6CA-C3A8-474E-8E7E-A557E68F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325D5-44C8-40C0-8EFE-B2C7C455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A4D6F-7A55-4D60-866E-053E9B4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0D403-6F10-4682-ACD2-A7BD2712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62125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实物功能性展示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64937-6F1F-47C3-91E1-6429502B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DE8"/>
                </a:solidFill>
                <a:latin typeface="Microsoft YaHei"/>
                <a:ea typeface="Microsoft YaHei"/>
                <a:cs typeface="Microsoft YaHei"/>
              </a:rPr>
              <a:t>用真实操作展示重量、温度、菜品识别和联网看板。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7F45B-ACBA-4830-B67F-088BA0B5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B8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8839F-BEB1-493D-B5E1-2294A71F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称重演示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28860-5019-45A6-B21B-C69473AB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B8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12390-2F28-4408-AD9D-68A56DE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测温演示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D0935-BDA5-4141-B97A-6C956F5C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B8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80D56-72F3-478D-A443-E720339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识别演示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DFEA0-59AB-4752-ABB4-8CFE75EE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295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B8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50559-E809-43FE-92F1-5732DE8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623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联网展示</a:t>
            </a:r>
          </a:p>
        </p:txBody>
      </p:sp>
    </p:spTree>
    <p:extLst>
      <p:ext uri="{BB962C8B-B14F-4D97-AF65-F5344CB8AC3E}">
        <p14:creationId xmlns:p14="http://schemas.microsoft.com/office/powerpoint/2010/main" val="100581681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49F662-7466-40F7-A6FD-C0E97DB8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2DD5D-4228-46DE-B508-44E3F74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AD9D0-32F3-4BDE-BEDD-E57DF9D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953FD-C713-44AD-ABF8-26F2995B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04 / 实物功能性展示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D59C0-829A-486A-A606-457693C9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E3E1E-B0DB-4962-A3CE-517BE070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实物展示按四个动作串成端到端闭环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B3307-6BB4-48AC-944C-9168B3D3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演示项保留可替换素材占位，后续直接替换为动图、录屏或截图。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84067-019E-4A3E-91F5-F354842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476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1E467-F14F-485A-BCDC-3F37BF8F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称重演示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237B7-DCC6-4EF1-9E71-373A9D0E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38425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放置食物/砝码后重量变化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43AF9-2333-4836-9BF5-517189BC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6220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4288">
            <a:solidFill>
              <a:srgbClr val="8FA5B8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7DA69-9FA4-48D7-B889-0C16E4A5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384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&lt;实物称重演示动图&gt;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CE8CD-8F4B-48F6-9731-58D33E40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14550"/>
            <a:ext cx="4476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BCE96-46CA-4743-AE95-6DB71E5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86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温度演示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48B8A-0E90-44E1-B5A4-827A5588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38425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冷热食物温度变化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4E67D-E990-4875-8C6F-5F343F2A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4288">
            <a:solidFill>
              <a:srgbClr val="8FA5B8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56A39-3061-492E-A71A-FDB023F6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384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&lt;温度检测演示动图&gt;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894B3-06C6-45FC-9C07-902DC57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476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244EB-C83E-457E-94D4-334B0884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菜品识别演示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5CEE8-6472-4CCA-8FAE-706F4586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LCD或PC端识别框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695F4-4170-4688-A6A1-10672761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5290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4288">
            <a:solidFill>
              <a:srgbClr val="8FA5B8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A17E7-DC74-4160-8E86-F612D75E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29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&lt;菜品识别屏幕录像&gt;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89B41-23CC-49A9-B5C1-DA2A75A0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05250"/>
            <a:ext cx="4476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835D9-4D5B-4BEE-81AD-0CE65409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767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B8C7"/>
                </a:solidFill>
                <a:latin typeface="Microsoft YaHei"/>
                <a:ea typeface="Microsoft YaHei"/>
                <a:cs typeface="Microsoft YaHei"/>
              </a:rPr>
              <a:t>联网展示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CF6FB4-AFA8-4D24-8014-AA2AD3C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29125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网页/屏幕显示用餐记录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D1339-DB0A-42FD-BD6E-982632DC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4288">
            <a:solidFill>
              <a:srgbClr val="8FA5B8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1DD98-663F-44D2-AB1B-7B035DE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&lt;网页/屏幕展示截图&gt;</a:t>
            </a:r>
          </a:p>
        </p:txBody>
      </p:sp>
    </p:spTree>
    <p:extLst>
      <p:ext uri="{BB962C8B-B14F-4D97-AF65-F5344CB8AC3E}">
        <p14:creationId xmlns:p14="http://schemas.microsoft.com/office/powerpoint/2010/main" val="58274904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43E4F-CC0C-433F-98D7-F7989507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7F53F-E05E-475E-88B9-EB588160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E6F3B-CD34-4EB7-B9ED-99B168B9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887EA-8459-42D3-8C96-37A15B5F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DE8F0"/>
                </a:solidFill>
                <a:latin typeface="Microsoft YaHei"/>
                <a:ea typeface="Microsoft YaHei"/>
                <a:cs typeface="Microsoft YaHei"/>
              </a:rPr>
              <a:t>05 / 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ED70-E6C4-45E1-AEE3-EED64123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7F4FA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146F4-9A98-4DBA-8F14-CD45BD49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整体结构统一，模块内容保留，系统闭环更清晰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85B55-109F-4130-B861-4D1FAC54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机械承载、视觉识别、传感采集、联网展示共同完成从餐品到记录的智能餐盘闭环。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8BAEF-341C-409D-8DD3-C5115B9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17E2D-E900-4DD8-879C-1EDD6D86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机械稳定载体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1718B-64FE-4184-A47B-D90CB2ED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D5D4B-5FC6-4899-8D04-257B45C0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62350"/>
            <a:ext cx="123825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D3487-F7BE-4128-9A78-57D4972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19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991A7-4068-4651-8EB9-2D28870F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视觉Demo展示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209A4-9764-4C69-970B-32231FE0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195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4B37A-D28B-4761-AFBB-B1097B4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123825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8AB1E-3CB5-4510-A0AD-77C1A14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85F9D-8C51-47D3-8AE3-A86F5D2B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柔性传感证据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CEF2C-2E63-4456-9672-3663B0A7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6707F-FEE5-43C8-ACFD-DB8380C3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62350"/>
            <a:ext cx="123825" cy="14287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6B8C7"/>
          </a:solidFill>
          <a:ln xmlns:a="http://schemas.openxmlformats.org/drawingml/2006/main" w="0">
            <a:solidFill>
              <a:srgbClr val="16B8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B4C45-4DDE-48E1-86B9-8856FDF9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19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B8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16014-F5B4-467E-AD95-7BA969E3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云端记录闭环</a:t>
            </a:r>
          </a:p>
        </p:txBody>
      </p:sp>
    </p:spTree>
    <p:extLst>
      <p:ext uri="{BB962C8B-B14F-4D97-AF65-F5344CB8AC3E}">
        <p14:creationId xmlns:p14="http://schemas.microsoft.com/office/powerpoint/2010/main" val="1935072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2026-05-25T16:35:03.4660000Z</dcterms:created>
  <dcterms:modified xsi:type="dcterms:W3CDTF">2026-05-25T16:35:03.4660000Z</dcterms:modified>
</coreProperties>
</file>