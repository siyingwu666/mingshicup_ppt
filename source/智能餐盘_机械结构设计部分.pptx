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智能餐盘系统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机械结构设计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为分区称重、温度采集与视觉识别提供稳定载体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320040"/>
            <a:ext cx="4800600" cy="576072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mnt/data/mech_explode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714469"/>
            <a:ext cx="4709160" cy="49718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224028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340864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多层结构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31720" y="224028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41448" y="2340864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精准称重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77640" y="224028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87368" y="2340864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功能集成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" y="31546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结构定位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" y="3520440"/>
            <a:ext cx="4754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机械结构不是单纯外壳，而是整个智能餐盘的数据采集基础：它决定了餐格稳定性、称重准确性、摄像头视角以及传感器布置空间。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85800" y="5715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视频展示建议：这一页配合爆炸图，先讲“结构如何支撑传感器和AI”。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658600" y="6263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结构总览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总体结构：分层装配，功能解耦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08813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263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5989320" cy="498348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mnt/data/mech_exploded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802" y="1554480"/>
            <a:ext cx="4633556" cy="4892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15544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四层结构思路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903720" y="2057400"/>
            <a:ext cx="42519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2057400"/>
            <a:ext cx="73152" cy="76809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04888" y="2176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表面层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104888" y="24505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固定餐格开口与摄像头支架，形成统一外观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903720" y="2971800"/>
            <a:ext cx="42519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2971800"/>
            <a:ext cx="73152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04888" y="3090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餐格层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04888" y="3364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多餐格独立放置，方便区分不同食物区域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903720" y="3886200"/>
            <a:ext cx="42519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3886200"/>
            <a:ext cx="7315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04888" y="4005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104888" y="42793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承载传感器与定位结构，控制受力路径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903720" y="4800600"/>
            <a:ext cx="425196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3720" y="4800600"/>
            <a:ext cx="73152" cy="768096"/>
          </a:xfrm>
          <a:prstGeom prst="rect">
            <a:avLst/>
          </a:prstGeom>
          <a:solidFill>
            <a:srgbClr val="6D6EE8"/>
          </a:solidFill>
          <a:ln w="12700">
            <a:solidFill>
              <a:srgbClr val="6D6E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04888" y="4919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处理层 / 底壳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104888" y="5193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容纳电路、走线和通信模块，保护内部器件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6903720" y="5897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&lt;爆炸结构动画&gt; 建议用从下到上合拢的装配动图，突出多层关系。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结构优势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餐盘结构亮点：稳定、防护、可维护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08813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263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mnt/data/mech_laye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42927"/>
            <a:ext cx="5166360" cy="19093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9360" y="15727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结构设计围绕真实餐饮场景展开：既要保证日常放置、取餐、清洁时的稳定性，也要为传感器和电路提供防护空间。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2423160"/>
            <a:ext cx="45720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423160"/>
            <a:ext cx="73152" cy="76809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25420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滑槽式嵌合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10528" y="28163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表面层与支撑层通过滑槽定位，减少横向偏移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309360" y="3337560"/>
            <a:ext cx="45720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337560"/>
            <a:ext cx="73152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10528" y="34564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螺丝锁紧固定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10528" y="37307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提升整体结构强度，避免餐格层晃动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309360" y="4251960"/>
            <a:ext cx="457200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4251960"/>
            <a:ext cx="7315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0528" y="43708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密封与隔离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10528" y="464515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减少水汽、油污进入内部电路区域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94360" y="5669280"/>
            <a:ext cx="52578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3970">
            <a:solidFill>
              <a:srgbClr val="D8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7561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&lt;滑槽 / 密封细节图&gt;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09360" y="56509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展示重点：不要只说“好看”，要说它如何保证传感器长期稳定工作。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称重结构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精准称重：结构决定数据可信度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08813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263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mnt/data/mech_sensor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39583"/>
            <a:ext cx="5029200" cy="10873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0" y="15087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称重检测是智能餐盘的核心数据来源。结构设计采用“餐格 → 垫块 → 应变式传感器 → 支撑层”的受力路径，尽量减少非目标外力干扰。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2514600"/>
            <a:ext cx="4663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2514600"/>
            <a:ext cx="73152" cy="76809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3368" y="26334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分区采集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73368" y="29077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每个餐格对应独立受力区域，便于菜品重量匹配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6172200" y="3429000"/>
            <a:ext cx="4663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3429000"/>
            <a:ext cx="73152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35478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垫块传力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73368" y="38221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控制受力点位置，避免餐格直接压迫电路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6172200" y="4343400"/>
            <a:ext cx="4663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4343400"/>
            <a:ext cx="7315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73368" y="44622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减少误差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73368" y="47365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限制餐格晃动和偏移，提高重量数据稳定性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8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7561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&lt;称重传感器局部图 / 实测曲线图&gt;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72200" y="56509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建议讲解句：重量不是后期估算，而是通过结构内置传感器直接获得，是热量计算的基础。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视觉结构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摄像头支架：固定视角，服务视觉识别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08813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263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49377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mnt/data/mech_camera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670" y="1554480"/>
            <a:ext cx="378714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5166360"/>
            <a:ext cx="49377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8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413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&lt;摄像头视野覆盖示意图&gt;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15087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相机支架将视觉模块与餐盘结构集成为一体，保证摄像头能稳定覆盖餐格区域，为菜品识别提供统一拍摄角度。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26480" y="2514600"/>
            <a:ext cx="4663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2514600"/>
            <a:ext cx="73152" cy="76809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27648" y="26334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固定拍摄高度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27648" y="29077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减少不同拍摄距离带来的识别波动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126480" y="3429000"/>
            <a:ext cx="4663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3429000"/>
            <a:ext cx="73152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7648" y="35478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覆盖餐格区域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27648" y="38221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俯视角度更适合多菜品同框检测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6126480" y="4343400"/>
            <a:ext cx="466344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26480" y="4343400"/>
            <a:ext cx="73152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27648" y="4462272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结构一体化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27648" y="4736592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相机、餐格、传感器形成统一系统，而非外置拼接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6126480" y="56509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视频展示建议：从支架扫到餐格区域，再切到识别Demo，形成“机械 → AI”的衔接。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系统价值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功能集成：让餐盘成为数据采集入口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08813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58600" y="6263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49377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/mnt/data/mech_base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77637"/>
            <a:ext cx="4846320" cy="18912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80760" y="15087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机械结构最终服务于完整智能餐盘功能：它将餐格、称重、温度、视觉识别和数据展示集成在同一产品形态中，避免传统“餐盘 + 外置设备”的割裂体验。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80760" y="2651760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E7F6F0"/>
          </a:solidFill>
          <a:ln w="12700">
            <a:solidFill>
              <a:srgbClr val="E7F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2752344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F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分区餐格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2651760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53528" y="2752344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称重检测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06840" y="2651760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16568" y="2752344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温度采集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469880" y="2651760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F2EAFE"/>
          </a:solidFill>
          <a:ln w="12700">
            <a:solidFill>
              <a:srgbClr val="F2EA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79608" y="2752344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视觉识别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3520440"/>
            <a:ext cx="47548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3520440"/>
            <a:ext cx="73152" cy="76809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81928" y="36393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一体化产品形态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81928" y="39136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在餐盘体积范围内集成多种功能模块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080760" y="4434840"/>
            <a:ext cx="4754880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80760" y="4434840"/>
            <a:ext cx="73152" cy="76809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81928" y="455371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数据闭环基础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81928" y="482803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结构承载传感器，传感器产生重量与温度数据</a:t>
            </a:r>
            <a:endParaRPr lang="en-US" sz="1020" dirty="0"/>
          </a:p>
        </p:txBody>
      </p:sp>
      <p:sp>
        <p:nvSpPr>
          <p:cNvPr id="26" name="Shape 23"/>
          <p:cNvSpPr/>
          <p:nvPr/>
        </p:nvSpPr>
        <p:spPr>
          <a:xfrm>
            <a:off x="594360" y="534924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970">
            <a:solidFill>
              <a:srgbClr val="D8DE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55732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&lt;实物装配照片 / 称重温度演示动图&gt;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80760" y="57150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6B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过渡到下一部分：机械结构完成“稳定承载”，传感器与AI模块完成“数据采集和识别”。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智能餐盘项目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智能餐盘系统机械结构设计</dc:title>
  <dc:subject>智能餐盘系统机械结构设计</dc:subject>
  <dc:creator>ChatGPT</dc:creator>
  <cp:lastModifiedBy>ChatGPT</cp:lastModifiedBy>
  <cp:revision>1</cp:revision>
  <dcterms:created xsi:type="dcterms:W3CDTF">2026-05-25T13:40:46Z</dcterms:created>
  <dcterms:modified xsi:type="dcterms:W3CDTF">2026-05-25T13:40:46Z</dcterms:modified>
</cp:coreProperties>
</file>